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9af11f-e0c2-85e5-43b0-ee8f395b9ef7}">
          <p14:sldIdLst>
            <p14:sldId id="256"/>
          </p14:sldIdLst>
        </p14:section>
        <p14:section name="비교" id="{b97db3b0-96d8-589b-227d-24b1ab23e4ef}">
          <p14:sldIdLst>
            <p14:sldId id="257"/>
          </p14:sldIdLst>
        </p14:section>
        <p14:section name="장점" id="{7712726e-ce3f-d94f-ac3c-b3aec2fe4e64}">
          <p14:sldIdLst>
            <p14:sldId id="258"/>
            <p14:sldId id="259"/>
            <p14:sldId id="260"/>
          </p14:sldIdLst>
        </p14:section>
        <p14:section name="정리" id="{e6c97654-9d01-5cc4-c2a3-a6ded725a74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설치한 도구들이 왜 필요한지 정리하는 시간입니다. 오른쪽 화면처럼, 터미널 에이전트는 한국어로 지시하면 파일을 만들고 실행하고, 오류가 나면 스스로 고칩니다. 오늘의 핵심 질문은 '어떤 도구가 더 똑똑한가'가 아니라 '누가 일을 하는가'입니다.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한 줄씩 읽기보다 가운데 세 줄(실행과 수정, 실수했을 때, 쌓이는 것)을 강조하세요. 아래 각주는 'ChatGPT에도 Code가 있지 않느냐'는 질문에 대한 답입니다. 같은 Codex 에이전트를 앱 안에서 쓰느냐, 엔진 그대로 터미널에서 쓰느냐의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오늘 이전에 하던 방식입니다. 2~5번을 사람이 손으로 반복합니다. 오른쪽에서는 그 반복을 에이전트가 맡고, 사람은 처음 지시와 마지막 확인만 합니다. 이 '스스로 고치는 반복'이 최종 프로젝트의 Auto-Healing과 같은 원리라는 점도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1인 창업자는 기획자, 개발자, 테스터를 모두 혼자 맡습니다. tmux로 화면을 나누면 에이전트 세 명에게 역할을 나눠 줄 수 있습니다. 오늘 claude, codex, agy를 모두 설치한 이유가 여기에 있습니다. 특정 회사 서비스가 바뀌거나 비싸져도 다른 도구로 바로 갈아탈 수 있다는 점은 창업자에게 중요한 리스크 관리입니다.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비전공자에게 가장 중요한 칸은 '되돌리기'입니다. AI가 망쳐도 되돌릴 수 있으니 마음껏 시켜 보라고 말해 주세요. 규칙 파일은 1인 회사의 업무 매뉴얼과 같습니다. 아래 두 칸은 이 과정 후반부(n8n 워크플로우, AWS 배포)로 이어지는 연결고리입니다.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방식이 틀렸다는 메시지가 되지 않도록 마무리합니다. 두 도구는 용도가 다릅니다. 마지막 문장은 비전공자의 터미널 공포를 낮추기 위한 약속입니다. 실습 중 막히면 강사보다 먼저 에이전트에게 물어보는 습관을 들이도록 권해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4572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1인 창업 × 바이브 코딩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4173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왜 터미널에서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바이브 코딩을 하는가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GUI 채팅과 CLI 에이전트를 1인 창업자의 눈으로 비교합니다</a:t>
            </a:r>
            <a:endParaRPr lang="en-US" sz="1400" dirty="0"/>
          </a:p>
        </p:txBody>
      </p:sp>
      <p:sp>
        <p:nvSpPr>
          <p:cNvPr id="5" name="terminal"/>
          <p:cNvSpPr/>
          <p:nvPr/>
        </p:nvSpPr>
        <p:spPr>
          <a:xfrm>
            <a:off x="5394960" y="914400"/>
            <a:ext cx="3291840" cy="27432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rgbClr val="1E3358"/>
            </a:solidFill>
            <a:prstDash val="solid"/>
          </a:ln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0" y="10515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0515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05156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rminal-text"/>
          <p:cNvSpPr txBox="1"/>
          <p:nvPr/>
        </p:nvSpPr>
        <p:spPr>
          <a:xfrm>
            <a:off x="5577840" y="13716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&gt; 예약 받는 랜딩 페이지를 만들고 실행해줘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EEAD4"/>
                </a:solidFill>
              </a:rPr>
              <a:t>✓ index.html 생성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EEAD4"/>
                </a:solidFill>
              </a:rPr>
              <a:t>✓ 서버 실행 → 오류 발견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EEAD4"/>
                </a:solidFill>
              </a:rPr>
              <a:t>✓ 스스로 수정 후 재실행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CD34D"/>
                </a:solidFill>
              </a:rPr>
              <a:t>완료: localhost:8000 에서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채팅 상대 vs 일하는 동료</a:t>
            </a:r>
            <a:endParaRPr lang="en-US" sz="2800" dirty="0"/>
          </a:p>
        </p:txBody>
      </p:sp>
      <p:graphicFrame>
        <p:nvGraphicFramePr>
          <p:cNvPr id="3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 채팅 (웹 ChatGPT 등)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5E5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 에이전트 (claude · codex · agy)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답을 알려주는 조언자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직접 일하는 실행자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 범위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대화창에 붙여넣은 내용만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폴더 전체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실행과 수정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사람이 복사·붙여넣기·실행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에이전트가 작성·실행·수정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실수했을 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상태로 돌아가기 어려움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git으로 언제든 되돌리기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쌓이는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흩어진 대화 기록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+ 규칙 파일 = 회사 자산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E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서비스로 가는 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결과물을 다시 옮겨 담아야 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방식이 그대로 서버로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ChatGPT의 Codex 모드도 같은 에이전트 계열입니다. 비교의 기준은 '웹이냐 터미널이냐'보다 '채팅이냐 에이전트냐'입니다.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장점 ① 복사·붙여넣기 루프에서 벗어난다</a:t>
            </a:r>
            <a:endParaRPr lang="en-US" sz="2800" dirty="0"/>
          </a:p>
        </p:txBody>
      </p:sp>
      <p:sp>
        <p:nvSpPr>
          <p:cNvPr id="3" name="gui-card"/>
          <p:cNvSpPr/>
          <p:nvPr/>
        </p:nvSpPr>
        <p:spPr>
          <a:xfrm>
            <a:off x="457200" y="10972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685800" y="126187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364742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GUI 채팅: 사람이 심부름꾼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883664"/>
            <a:ext cx="292608" cy="292608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847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질문하고 코드를 받는다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313432"/>
            <a:ext cx="292608" cy="292608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76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코드를 복사한다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2743200"/>
            <a:ext cx="292608" cy="292608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7066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파일에 붙여넣고 실행한다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3172968"/>
            <a:ext cx="292608" cy="292608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에러 메시지를 복사한다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3602736"/>
            <a:ext cx="292608" cy="292608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다시 질문한다 … 처음으로</a:t>
            </a:r>
            <a:endParaRPr lang="en-US" sz="1400" dirty="0"/>
          </a:p>
        </p:txBody>
      </p:sp>
      <p:sp>
        <p:nvSpPr>
          <p:cNvPr id="22" name="cli-card"/>
          <p:cNvSpPr/>
          <p:nvPr/>
        </p:nvSpPr>
        <p:spPr>
          <a:xfrm>
            <a:off x="4754880" y="10972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icon-circle"/>
          <p:cNvSpPr/>
          <p:nvPr/>
        </p:nvSpPr>
        <p:spPr>
          <a:xfrm>
            <a:off x="4983480" y="126187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364742"/>
            <a:ext cx="205740" cy="20574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532120" y="1261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CLI 에이전트: 사람은 감독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029200" y="192938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0292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440680" y="1847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한국어로 원하는 결과를 지시한다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937760" y="248716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/>
        </p:spPr>
      </p:sp>
      <p:sp>
        <p:nvSpPr>
          <p:cNvPr id="30" name="Shape 26"/>
          <p:cNvSpPr/>
          <p:nvPr/>
        </p:nvSpPr>
        <p:spPr>
          <a:xfrm>
            <a:off x="5029200" y="279806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02920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440680" y="25328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에이전트가 작성 → 실행 → 에러 수정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(될 때까지 스스로 반복)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029200" y="366674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02920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440680" y="3584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</a:rPr>
              <a:t>결과를 확인하고 승인한다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1인 창업자의 가장 비싼 자원은 시간입니다. 반복 노동은 에이전트에게 맡기세요.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장점 ② 혼자서도 팀처럼 일한다</a:t>
            </a:r>
            <a:endParaRPr lang="en-US" sz="28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accent4"/>
          </a:solidFill>
          <a:ln w="12700">
            <a:solidFill>
              <a:srgbClr val="1E3358"/>
            </a:solidFill>
            <a:prstDash val="solid"/>
          </a:ln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344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pane-claude"/>
          <p:cNvSpPr/>
          <p:nvPr/>
        </p:nvSpPr>
        <p:spPr>
          <a:xfrm>
            <a:off x="594360" y="1417320"/>
            <a:ext cx="2103120" cy="2743200"/>
          </a:xfrm>
          <a:prstGeom prst="rect">
            <a:avLst/>
          </a:prstGeom>
          <a:solidFill>
            <a:srgbClr val="13213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508760"/>
            <a:ext cx="18836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  기획·문서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README.md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pricing.md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고객 FAQ 정리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...done</a:t>
            </a:r>
            <a:endParaRPr lang="en-US" sz="1200" dirty="0"/>
          </a:p>
        </p:txBody>
      </p:sp>
      <p:sp>
        <p:nvSpPr>
          <p:cNvPr id="9" name="pane-codex"/>
          <p:cNvSpPr/>
          <p:nvPr/>
        </p:nvSpPr>
        <p:spPr>
          <a:xfrm>
            <a:off x="2788920" y="1417320"/>
            <a:ext cx="2103120" cy="1325880"/>
          </a:xfrm>
          <a:prstGeom prst="rect">
            <a:avLst/>
          </a:prstGeom>
          <a:solidFill>
            <a:srgbClr val="13213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8648" y="1508760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  기능 개발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api/booking.py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 passed</a:t>
            </a:r>
            <a:endParaRPr lang="en-US" sz="1200" dirty="0"/>
          </a:p>
        </p:txBody>
      </p:sp>
      <p:sp>
        <p:nvSpPr>
          <p:cNvPr id="11" name="pane-agy"/>
          <p:cNvSpPr/>
          <p:nvPr/>
        </p:nvSpPr>
        <p:spPr>
          <a:xfrm>
            <a:off x="2788920" y="2834640"/>
            <a:ext cx="2103120" cy="1325880"/>
          </a:xfrm>
          <a:prstGeom prst="rect">
            <a:avLst/>
          </a:prstGeom>
          <a:solidFill>
            <a:srgbClr val="13213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8648" y="2926080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agy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  테스트·검토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review diff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issues found</a:t>
            </a:r>
            <a:endParaRPr lang="en-US" sz="1200" dirty="0"/>
          </a:p>
        </p:txBody>
      </p:sp>
      <p:sp>
        <p:nvSpPr>
          <p:cNvPr id="13" name="icon-circle"/>
          <p:cNvSpPr/>
          <p:nvPr/>
        </p:nvSpPr>
        <p:spPr>
          <a:xfrm>
            <a:off x="5349240" y="1143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40" y="125730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943600" y="1124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화면을 나눠 동시에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14447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tmux 한 창에 에이전트 여러 명을 띄워 기획·개발·검토를 나눠 맡깁니다.</a:t>
            </a:r>
            <a:endParaRPr lang="en-US" sz="1200" dirty="0"/>
          </a:p>
        </p:txBody>
      </p:sp>
      <p:sp>
        <p:nvSpPr>
          <p:cNvPr id="17" name="icon-circle"/>
          <p:cNvSpPr/>
          <p:nvPr/>
        </p:nvSpPr>
        <p:spPr>
          <a:xfrm>
            <a:off x="534924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230886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94360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창을 닫아도 계속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24963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연결이 끊겨도 세션이 살아 있어 긴 작업도 안심하고 맡깁니다.</a:t>
            </a:r>
            <a:endParaRPr lang="en-US" sz="1200" dirty="0"/>
          </a:p>
        </p:txBody>
      </p:sp>
      <p:sp>
        <p:nvSpPr>
          <p:cNvPr id="21" name="icon-circle"/>
          <p:cNvSpPr/>
          <p:nvPr/>
        </p:nvSpPr>
        <p:spPr>
          <a:xfrm>
            <a:off x="534924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33604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94360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한 회사에 묶이지 않음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943600" y="35478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같은 일을 세 모델에 시켜 비교하고 더 나은 결과를 고릅니다.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장점 ③ 안전하게 실험하고, 그대로 사업이 된다</a:t>
            </a:r>
            <a:endParaRPr lang="en-US" sz="2800" dirty="0"/>
          </a:p>
        </p:txBody>
      </p:sp>
      <p:sp>
        <p:nvSpPr>
          <p:cNvPr id="3" name="card-0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되돌리기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lazygit으로 AI가 바꾼 내용을 눈으로 확인하고, 마음에 안 들면 한 번에 되돌립니다.</a:t>
            </a:r>
            <a:endParaRPr lang="en-US" sz="1200" dirty="0"/>
          </a:p>
        </p:txBody>
      </p:sp>
      <p:sp>
        <p:nvSpPr>
          <p:cNvPr id="8" name="card-1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9204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규칙 파일 = 노하우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CLAUDE.md·AGENTS.md에 서비스 규칙을 적어 두면 매번 설명할 필요가 없습니다.</a:t>
            </a:r>
            <a:endParaRPr lang="en-US" sz="1200" dirty="0"/>
          </a:p>
        </p:txBody>
      </p:sp>
      <p:sp>
        <p:nvSpPr>
          <p:cNvPr id="13" name="card-2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1432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그대로 서버로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클라우드 서버도 리눅스 터미널입니다. WSL에서 익힌 방식이 배포 환경에서 그대로 통합니다.</a:t>
            </a:r>
            <a:endParaRPr lang="en-US" sz="1200" dirty="0"/>
          </a:p>
        </p:txBody>
      </p:sp>
      <p:sp>
        <p:nvSpPr>
          <p:cNvPr id="18" name="card-3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E3A">
                <a:alpha val="12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4892040" y="30175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1432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자동화의 부품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에이전트를 명령 한 줄로 부를 수 있어 n8n 같은 워크플로우에 노드로 끼워 넣습니다.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위 두 칸은 실패 비용을 낮추고, 아래 두 칸은 실습을 곧바로 서비스로 연결합니다.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정리: 버리는 게 아니라 용도별로 쓴다</a:t>
            </a:r>
            <a:endParaRPr lang="en-US" sz="2800" dirty="0"/>
          </a:p>
        </p:txBody>
      </p:sp>
      <p:sp>
        <p:nvSpPr>
          <p:cNvPr id="3" name="use-GUI 채팅이 편할 때"/>
          <p:cNvSpPr/>
          <p:nvPr/>
        </p:nvSpPr>
        <p:spPr>
          <a:xfrm>
            <a:off x="457200" y="10972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1A2C5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38303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GUI 채팅이 편할 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개념 질문, 아이디어 정리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문서·홍보 문구 다듬기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짧은 코드 설명 듣기</a:t>
            </a:r>
            <a:endParaRPr lang="en-US" sz="1400" dirty="0"/>
          </a:p>
        </p:txBody>
      </p:sp>
      <p:sp>
        <p:nvSpPr>
          <p:cNvPr id="8" name="use-CLI 에이전트가 필요할 때"/>
          <p:cNvSpPr/>
          <p:nvPr/>
        </p:nvSpPr>
        <p:spPr>
          <a:xfrm>
            <a:off x="4754880" y="10972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1A2C5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98348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38303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CLI 에이전트가 필요할 때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18745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실제로 돌아가는 서비스 만들기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여러 파일을 함께 고치는 작업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반복 작업 자동화와 배포</a:t>
            </a:r>
            <a:endParaRPr lang="en-US" sz="1400" dirty="0"/>
          </a:p>
        </p:txBody>
      </p:sp>
      <p:sp>
        <p:nvSpPr>
          <p:cNvPr id="13" name="promise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명령어는 외우지 않아도 됩니다.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터미널도 한국어로 일을 시키는 채팅창입니다. 모르면 에이전트에게 물어보세요.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Teal Terminal">
  <a:themeElements>
    <a:clrScheme name="Navy Teal Terminal">
      <a:dk1>
        <a:srgbClr val="0F1E3A"/>
      </a:dk1>
      <a:lt1>
        <a:srgbClr val="FFFFFF"/>
      </a:lt1>
      <a:dk2>
        <a:srgbClr val="33415C"/>
      </a:dk2>
      <a:lt2>
        <a:srgbClr val="EEF3F7"/>
      </a:lt2>
      <a:accent1>
        <a:srgbClr val="14B8A6"/>
      </a:accent1>
      <a:accent2>
        <a:srgbClr val="F59E0B"/>
      </a:accent2>
      <a:accent3>
        <a:srgbClr val="64748B"/>
      </a:accent3>
      <a:accent4>
        <a:srgbClr val="0B1530"/>
      </a:accent4>
      <a:accent5>
        <a:srgbClr val="CCFBF1"/>
      </a:accent5>
      <a:accent6>
        <a:srgbClr val="FEF3C7"/>
      </a:accent6>
      <a:hlink>
        <a:srgbClr val="0EA5E9"/>
      </a:hlink>
      <a:folHlink>
        <a:srgbClr val="6366F1"/>
      </a:folHlink>
    </a:clrScheme>
    <a:fontScheme name="Navy Teal Terminal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1인 창업자를 위한 CLI 바이브 코딩의 장점</dc:title>
  <dc:subject>PptxGenJS Presentation</dc:subject>
  <dc:creator>IsItSoft</dc:creator>
  <cp:lastModifiedBy>IsItSoft</cp:lastModifiedBy>
  <cp:revision>1</cp:revision>
  <dcterms:created xsi:type="dcterms:W3CDTF">2026-10-14T12:18:54Z</dcterms:created>
  <dcterms:modified xsi:type="dcterms:W3CDTF">2026-10-14T12:18:54Z</dcterms:modified>
</cp:coreProperties>
</file>